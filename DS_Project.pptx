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4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60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28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0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47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7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5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40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10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54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07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39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6207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28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831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9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33313-FDFD-4F42-AA4D-C9DD5495D3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EBC15-3530-43F8-A2A8-5611E59B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5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C5EB-961A-58C3-9E82-05F019224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1375" y="196646"/>
            <a:ext cx="8299438" cy="179930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PROJECT-</a:t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Global Development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8D4A9-63D6-75EC-CB6E-9F992B42E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1" y="2812026"/>
            <a:ext cx="8132291" cy="3746090"/>
          </a:xfr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1" dirty="0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Akankshya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Sharma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Tharnika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Ranjit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Vishal Bhagat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Sujith Gujjar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4732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628B-747A-FDE5-0328-D61D244A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E3CC-29BB-F68C-E739-60AE9DDF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403122"/>
            <a:ext cx="8750709" cy="63909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EDA – Visual Insights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5783E-2113-30D6-0A09-9984080ED531}"/>
              </a:ext>
            </a:extLst>
          </p:cNvPr>
          <p:cNvSpPr txBox="1"/>
          <p:nvPr/>
        </p:nvSpPr>
        <p:spPr>
          <a:xfrm>
            <a:off x="324465" y="1189703"/>
            <a:ext cx="96454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 Distribution: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indicators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 distributions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extreme values (GDP, CO₂ Emissions, Energy Usage, Population), indicating real-world socio-economic variability.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correlations exist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GDP, Energy Usage, CO₂ Emissions, Internet Usage, and Life Expectancy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 Mortality 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strong negative correlation with development indicators.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Category Distribution: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countries fall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Lower-Middle and Upper-Middle income groups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global economic imbalance.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Cluster Visualization (DBSCAN):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reveals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dense clusters and noise points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countries naturally group based on development patterns rather than uniform separation.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Impact: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features such 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Health_GDP_Impact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CO₂_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per_Energy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Dependency_Ratio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interpretability by combining economic, health, environmental, and demographic aspects.</a:t>
            </a:r>
          </a:p>
        </p:txBody>
      </p:sp>
    </p:spTree>
    <p:extLst>
      <p:ext uri="{BB962C8B-B14F-4D97-AF65-F5344CB8AC3E}">
        <p14:creationId xmlns:p14="http://schemas.microsoft.com/office/powerpoint/2010/main" val="375889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0DA4-02FB-4D4B-B8F7-156F6606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AD32-3A4C-D3F1-D792-B2845A3A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8826"/>
            <a:ext cx="8447002" cy="65691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Bar-chart and </a:t>
            </a:r>
            <a:r>
              <a:rPr lang="en-IN" sz="3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Heatmap</a:t>
            </a:r>
            <a:endParaRPr lang="en-IN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F5DA-9F63-E6C3-B3F5-E4B70A01D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785731"/>
            <a:ext cx="4584937" cy="3012206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447064-1659-08CF-0BD7-7341F2BC6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" y="794566"/>
            <a:ext cx="5708959" cy="5821644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596BB8-29F0-664C-9F0A-0EC7E459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001729"/>
            <a:ext cx="4584937" cy="2614481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7380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6B22-E36D-39AC-B89D-1A36023A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AF7A-01F5-DF16-D14F-5922E447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8323"/>
            <a:ext cx="8642555" cy="80624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Feature Selection and Preprocessing</a:t>
            </a:r>
            <a:br>
              <a:rPr lang="en-US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1095-7D94-8212-11E9-DB13F13F8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0943" y="1140542"/>
            <a:ext cx="9389806" cy="5372225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only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development indicators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excluding categorical fields (e.g., country names, income groups) to ensure algorithm compatibility.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for null values and applied appropriate imputation to maintain data consistency.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extreme values using IQR-based analysis and handled them using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capping and log transformations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meaningful derived features such as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Health_GDP_Impact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CO₂_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per_Energy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Dependency_Ratio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capture combined socio-economic effects.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&amp; Normalization: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RobustScaler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influence of outliers and bring all features to a comparable scale.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 (for Visualization):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project high-dimensional data into two dimensions for cluster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05613976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4A06-44DC-A6C5-DC18-71968774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E5FE-8537-87DA-74DB-B448C937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35902"/>
            <a:ext cx="8526957" cy="75578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Building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7D2299-68C9-D379-6FDB-A1059449BDC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41160" y="1213718"/>
            <a:ext cx="11488724" cy="5350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Selection: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five unsupervised clustering algorithms: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K-Means, Hierarchical Clustering, DBSCAN, Gaussian Mixture Model (GMM), and Mean Shift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 Preparation: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scaled numerical development indicators as input features for all clustering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each clustering algorithm independently to identify natural groupings among countries.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Tuning: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key parameters such as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clusters (K-Means), linkage methods (Hierarchical), EPS and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MinSamples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(DBSCAN), components (GMM), and bandwidth (Mean Shift)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clustering performance using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measure cluster quality and separation.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Selection: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final model due to its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Silhouette Score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ability to detect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flexibility in identifying irregular cluster shapes.</a:t>
            </a:r>
          </a:p>
        </p:txBody>
      </p:sp>
    </p:spTree>
    <p:extLst>
      <p:ext uri="{BB962C8B-B14F-4D97-AF65-F5344CB8AC3E}">
        <p14:creationId xmlns:p14="http://schemas.microsoft.com/office/powerpoint/2010/main" val="16559270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16311"/>
            <a:ext cx="8417505" cy="60032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Evaluation – DBSCAN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F27FB1F-8252-DB3C-C179-DFBBC7ADF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4439" y="1355290"/>
            <a:ext cx="6282813" cy="511433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4" y="127820"/>
            <a:ext cx="8278761" cy="58993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Comparison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AD08A53-A2C3-7A24-F12C-EC4D0FB52C5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71488" y="1496389"/>
            <a:ext cx="986221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five clustering algorithms: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K-Means, Hierarchical Clustering, DBSCAN, Gaussian Mixture Model (GMM), and Mean Shift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and Hierarchical Clustering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produced lower Silhouette Scores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(0.175 and 0.137 respectively), indicating weaker cluster separation.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 (GMM)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showed the lowest clustering performance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(Silhouette Score = 0.112), suggesting overlapping clusters.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Shift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performed better than K-Means and GMM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(Silhouette Score = 0.289) but generated unstable cluster boundaries.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achieved the highest Silhouette Score (0.466)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the best-defined clusters and effective density-based separation.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uniquely identified noise and outliers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other algorithms could not detect.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selected for its superior cluster quality, robustness to outliers, and ability to discover irregular cluster shapes.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80" y="157316"/>
            <a:ext cx="8426245" cy="59976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88C33-4F18-FDB9-5B31-07008D5C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89" y="1064276"/>
            <a:ext cx="10874479" cy="5346356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BEB7-235F-EBCF-7C39-C7E48284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848413"/>
            <a:ext cx="9125147" cy="51929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The finalized DBSCAN clustering model is deployed using 	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The application provides an interactive dashboard for 	exploring global development clusters.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PCA-based visualizations are used to display cluster 	separation clearly.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Users can analyze cluster-wise country characteristics.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The model also identifies outlier countries using 	DBSCAN.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The deployment enables easy interpretation and real-time 	interaction with model results.</a:t>
            </a:r>
          </a:p>
          <a:p>
            <a:pPr>
              <a:buAutoNum type="arabicPeriod" startAt="2"/>
            </a:pPr>
            <a:endParaRPr lang="en-US" dirty="0"/>
          </a:p>
          <a:p>
            <a:pPr>
              <a:buAutoNum type="arabicPeriod" startAt="2"/>
            </a:pPr>
            <a:endParaRPr lang="en-US" dirty="0"/>
          </a:p>
          <a:p>
            <a:pPr>
              <a:buAutoNum type="arabicPeriod" startAt="2"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51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357982" cy="60338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Challenges Faced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7FCFF3-8CBF-F820-CB48-3D577C6E107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373626" y="1534676"/>
            <a:ext cx="92128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Skewed and Heterogeneous Data: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indicators showed extreme values and non-uniform distributions across countries.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Correlation &amp; Redundancy: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socio-economic indicators were strongly correlated, requiring careful feature selection and engineering.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Selection Difficulty: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Determining meaningful clusters without a target variable made evaluation and model selection challenging.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 Sensitivity in DBSCAN: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results were highly dependent on EPS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MinSamples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requiring extensive tuning.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65" y="580103"/>
            <a:ext cx="9006348" cy="76691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D35EB4-497C-D1E9-8AF2-0D141D5ABB8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324466" y="1558628"/>
            <a:ext cx="9743766" cy="42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end-to-end analysis on global development indicators using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five clustering algorithms using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evaluation.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emerged as the best model due to superior cluster separation and effective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PCA-based visualization confirmed meaningful country groupings.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enables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exploration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global development patterns.</a:t>
            </a:r>
          </a:p>
          <a:p>
            <a:pPr marL="45720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83158" y="2762865"/>
            <a:ext cx="6133023" cy="82590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800" dirty="0">
                <a:ln w="0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</TotalTime>
  <Words>852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DATA SCIENCE PROJECT-            Clustering Global Development</vt:lpstr>
      <vt:lpstr>EDA – Visual Insights</vt:lpstr>
      <vt:lpstr>Bar-chart and Heatmap</vt:lpstr>
      <vt:lpstr>Feature Selection and Preprocessing </vt:lpstr>
      <vt:lpstr>Model Building</vt:lpstr>
      <vt:lpstr>Model Evaluation – DBSCAN </vt:lpstr>
      <vt:lpstr>Model Comparison</vt:lpstr>
      <vt:lpstr>Deployment</vt:lpstr>
      <vt:lpstr>PowerPoint Presentation</vt:lpstr>
      <vt:lpstr>Challenges Faced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Bhagat</dc:creator>
  <cp:lastModifiedBy>Akankshya Sharma</cp:lastModifiedBy>
  <cp:revision>4</cp:revision>
  <dcterms:created xsi:type="dcterms:W3CDTF">2026-01-17T05:18:35Z</dcterms:created>
  <dcterms:modified xsi:type="dcterms:W3CDTF">2026-01-18T15:05:54Z</dcterms:modified>
</cp:coreProperties>
</file>